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Arial"/>
              </a:rPr>
              <a:t>[Replace with your actual metric]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B6F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Latency (ms)</c:v>
                  </c:pt>
                  <c:pt idx="1">
                    <c:v>Memory (GB)</c:v>
                  </c:pt>
                  <c:pt idx="2">
                    <c:v>Throughput (× scaled)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80</c:v>
                </c:pt>
                <c:pt idx="2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Optimized</c:v>
                </c:pt>
              </c:strCache>
            </c:strRef>
          </c:tx>
          <c:spPr>
            <a:solidFill>
              <a:srgbClr val="C75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Latency (ms)</c:v>
                  </c:pt>
                  <c:pt idx="1">
                    <c:v>Memory (GB)</c:v>
                  </c:pt>
                  <c:pt idx="2">
                    <c:v>Throughput (× scaled)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42</c:v>
                </c:pt>
                <c:pt idx="1">
                  <c:v>35</c:v>
                </c:pt>
                <c:pt idx="2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chart" Target="/ppt/charts/chart1.xml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7.xml" /><Relationship Id="rId4" Type="http://schemas.openxmlformats.org/officeDocument/2006/relationships/image" Target="../media/hpml_result_1.png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hpml_result_2.png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Final Project  -  Spring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High-Throughput LLM Serving Frameworks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8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and SGLang improve concurrency-16 throughput by up to 39.1x over a HuggingFace baseline on shared-prefix prompts.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Serving Benchmark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Yimeng Ye - yy3608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Yang - cy2811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Yuxuan Wang - yw4609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Jiawei Wang - jw4807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0" y="45720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Zhijing Wu - zw3155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https://github.com/lennonYe/6998_project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Tracking:  https://wandb.ai/shvpz8ctzd-1/llm-serving-benchmark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LLM serving needs systems optimization.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LLM products need low latency while serving many concurrent users.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generation underutilizes GPU capacity and repeats expensive prefill work.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KV-cache memory management and request scheduling dominate serving efficiency.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63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63640" y="22860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HuggingFace, vLLM, and SGLang for autoregressive inference under controlled concurrent workloads.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TTFT, throughput, latency, and GPU memory across concurrency levels and prompt structures.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- Spring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 - Model &amp;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serving benchmark across models, prompts, and concurrency levels.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584448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116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31272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Qwen2.5-1.5B-Instruct, Qwen2.5-3B-Instruct, Llama-3.2-1B-Instruct, Qwen2.5-1.5B-AWQ-INT4.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15968" y="1828800"/>
            <a:ext cx="3584448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4568" y="20116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44568" y="2468880"/>
            <a:ext cx="31272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short Q&amp;A prompts plus shared-prefix code-analysis prompts; 16 prompts per set to avoid cycling at max concurrency.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74736" y="1828800"/>
            <a:ext cx="3584448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03336" y="20116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03336" y="2468880"/>
            <a:ext cx="31272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L4 24 GB rerun; earlier mid-report numbers used NVIDIA L40S 48 GB.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- Spring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 - Optimizations Applied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 serving systems rather than changing model architecture.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/ PagedAttention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3774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 KV-cache management enables high-throughput continuous batching under concurrent requests.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3291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SGLang / RadixAttention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37947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RadixCache reuses shared prompt prefixes, reducing repeated prefill work for similar requests.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0120" y="4709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AWQ INT4 quantized serving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52120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Lower-precision weights reduce model memory footprint and test serving behavior under quantization.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- Spring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metrics and comparable request patterns across all frameworks.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Profiler for HuggingFace baseline generation path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and SGLang server logs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nvidia-smi for GPU memory snapshots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Biases for run-level tracking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63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captured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63640" y="22860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TTFT and end-to-end latency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output-token throughput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/ serving GPU memory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prompts vs shared-prefix prompts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sweep: 1, 2, 4, 8, 16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- Spring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Headline Numbers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Qwen2.5-1.5B-FP16, concurrency 16, NVIDIA L4.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3584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7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39.1x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throughput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51960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28.34 -&gt; 1108.39 tok/s on shared-prefix prompts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15968" y="2286000"/>
            <a:ext cx="3584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7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4.4x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315968" y="3840480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short-prompt latency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15968" y="4251960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8999 ms -&gt; 2045 ms with vLLM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74736" y="2286000"/>
            <a:ext cx="3584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7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20.6x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8174736" y="3840480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short-prompt throughput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74736" y="4251960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28.45 -&gt; 585.90 tok/s with vLLM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use deterministic generation, max_new_tokens=256, and concurrency levels 1-16.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- Spring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Before vs. After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scales dramatically once requests are served by optimized runtimes.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86384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863840" y="228600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baseline remains sequential and flat under concurrent load.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and SGLang exploit serving-time batching and KV-cache management.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SGLang is strongest when requests share long prompt prefixes.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- Spring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  <p:pic>
        <p:nvPicPr>
          <p:cNvPr id="97" name="Benchmark figure 7" descr="Benchmark result figure"/>
          <p:cNvPicPr/>
          <p:nvPr/>
        </p:nvPicPr>
        <p:blipFill>
          <a:blip r:embed="rId4"/>
          <a:stretch>
            <a:fillRect/>
          </a:stretch>
        </p:blipFill>
        <p:spPr>
          <a:xfrm>
            <a:off x="457200" y="1828800"/>
            <a:ext cx="6800000" cy="39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Profiler Evidence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profiler isolates where baseline generation spends GPU time.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77724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7772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kernels: aten::mm, GEMV kernels, aten::addmm, FlashAttention forward, elementwise ops.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5820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point at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58200" y="2286000"/>
            <a:ext cx="3291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generation pays repeated matrix multiply and token-by-token decode costs.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frameworks reduce overhead through batching and cache-aware scheduling.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Shared-prefix prompts reveal the benefit of prefix reuse in SGLang.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memory increases because serving frameworks reserve KV-cache space.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- Spring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Visualization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fallback: generated figures from existing benchmark JSON files.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74552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863840" y="18288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Shared-prefix throughput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863840" y="274320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README commands to regenerate figures without rerunning GPU benchmarks.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visualization script also uploads figures and per-concurrency metrics to WandB.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 the gap between sequential baseline and optimized serving as concurrency rises.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- Spring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  <p:pic>
        <p:nvPicPr>
          <p:cNvPr id="99" name="Benchmark figure 9" descr="Benchmark result figure"/>
          <p:cNvPicPr/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6800000" cy="39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gains came from serving-time systems design rather than model changes.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batching made vLLM and SGLang much faster than the sequential baseline.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Shared-prefix prompts clearly exposed RadixAttention benefits.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environments avoided dependency conflicts across frameworks.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63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didn't 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63640" y="22860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Python environment was brittle because serving frameworks pin different Torch stacks.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server internals directly was more invasive than profiling the baseline path.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throughput alone was insufficient; TTFT and memory were needed to explain tradeoffs.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- Spring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benchmark to longer contexts and more realistic request traces.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127455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GPU utilization and queueing behavior over longer steady-state windows.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TensorRT-LLM / TGI comparisons and larger models when more GPU memory is available.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quality and cost tradeoffs for quantized serving beyond AWQ INT4.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- Spring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powerpoint/2010/main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 &amp; Contributions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responsibilities and artifacts.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457200" y="1828800"/>
          <a:ext cx="112745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029200"/>
                <a:gridCol w="423367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contributions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/ artifacts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Yimeng Ye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Benchmarking pipeline, experiment execution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scripts/run_all*.sh, results JSON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Yang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Serving framework integration, README and submission organization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src/bench_vllm.py, src/bench_sglang.py, README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Yuxuan Wang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Profiling and visualization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src/bench_profile.py, src/visualize.py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Jiawei Wang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Model/configuration sweep and result 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configs/config.py, multi-model results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Zhijing Wu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experiment tracking, documentation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WandB dashboard, deliverables/report.pdf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 name="Slide 13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B8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https://github.com/lennonYe/6998_project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Tracking:  https://wandb.ai/shvpz8ctzd-1/llm-serving-benchmark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- Spring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powerpoint/2010/main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- Experimental Setup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settings used for the reported L4 rerun.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457200" y="1828800"/>
          <a:ext cx="1127455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023360"/>
                <a:gridCol w="40507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Serving stack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HuggingFace Transformers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/ SGLang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FP16 and AWQ INT4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simulation: 1, 2, 4, 8, 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HTTP requests: 1, 2, 4, 8, 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Q&amp;A + shared-prefix code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prompt 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new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1x NVIDIA L4 24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1x NVIDIA L4 24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stack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 2.6, Transformers 4.51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0.8.4, SGLang 0.4.6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- Spring 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Columbia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HPML Final Project — Presentation Template</dc:title>
  <dc:subject>HPML Spring 2026</dc:subject>
  <dc:creator>Dr. Kaoutar El Maghraoui</dc:creator>
  <cp:lastModifiedBy>Dr. Kaoutar El Maghraoui</cp:lastModifiedBy>
  <cp:revision>1</cp:revision>
  <dcterms:created xsi:type="dcterms:W3CDTF">2026-05-03T03:17:50Z</dcterms:created>
  <dcterms:modified xsi:type="dcterms:W3CDTF">2026-05-03T03:17:50Z</dcterms:modified>
</cp:coreProperties>
</file>